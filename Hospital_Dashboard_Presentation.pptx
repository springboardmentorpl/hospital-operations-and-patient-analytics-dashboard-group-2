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1083564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2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2F9B"/>
                </a:solidFill>
                <a:latin typeface="Aptos Display"/>
              </a:defRPr>
            </a:pPr>
            <a:r>
              <a:t>Hospital Operations &amp;</a:t>
            </a:r>
            <a:br/>
            <a:r>
              <a:t>Patient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323"/>
                </a:solidFill>
              </a:defRPr>
            </a:pPr>
            <a:r>
              <a:t>Dashboard Storyboard &amp;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96969"/>
                </a:solidFill>
              </a:defRPr>
            </a:pPr>
            <a:r>
              <a:t>Patient overview • Hospital operations • Doctors &amp; medical care • Insurance &amp; financial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single dashboard story for understanding patients, hospital operations, medical care and financial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1663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C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F9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81912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323"/>
                </a:solidFill>
              </a:defRPr>
            </a:pPr>
            <a:r>
              <a:t>Patient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Understand patient volume, age, gender, diagnosis, geography and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663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C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F9B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323"/>
                </a:solidFill>
              </a:defRPr>
            </a:pPr>
            <a:r>
              <a:t>Hospital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Track admissions, emergency cases, discharge activity and length of stay.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1663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C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587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F9B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22191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323"/>
                </a:solidFill>
              </a:defRPr>
            </a:pPr>
            <a:r>
              <a:t>Doctors &amp; Medical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07408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Monitor doctors, diagnoses, laboratory tests and medication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57600"/>
            <a:ext cx="51663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C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F9B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822191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323"/>
                </a:solidFill>
              </a:defRPr>
            </a:pPr>
            <a:r>
              <a:t>Insurance &amp; Financial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07408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Analyze billing, insurance coverage, insurance type and department-level billing.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Key figures visible across the reference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TOTAL PATIENTS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984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Count of Patient_ID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TOTAL ADMISSIONS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984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Count of Admission_Date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AVG LENGTH OF STAY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7.95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Average Length_of_Stay_Days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2588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TOTAL BILL AMOUNT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21M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Sum of Total_Bill_INR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6616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EMERGENCY ADMISSIONS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323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Count of Patient_ID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56616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TOTAL DOCTORS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10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Count of 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56616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TOTAL DIAGNOSIS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13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Count of Diagnosis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566160"/>
            <a:ext cx="26060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LAB TESTS</a:t>
            </a:r>
          </a:p>
          <a:p>
            <a:pPr algn="ctr">
              <a:defRPr sz="2700" b="1">
                <a:solidFill>
                  <a:srgbClr val="1C2F9B"/>
                </a:solidFill>
              </a:defRPr>
            </a:pPr>
            <a:r>
              <a:t>5K</a:t>
            </a:r>
          </a:p>
          <a:p>
            <a:pPr algn="ctr">
              <a:defRPr sz="800">
                <a:solidFill>
                  <a:srgbClr val="696969"/>
                </a:solidFill>
              </a:defRPr>
            </a:pPr>
            <a:r>
              <a:t>Sum of Lab_Tests_Count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Four dashboard pages used to tell the hospital analytics story.</a:t>
            </a:r>
          </a:p>
        </p:txBody>
      </p:sp>
      <p:pic>
        <p:nvPicPr>
          <p:cNvPr id="5" name="Picture 4" descr="re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4068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53872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Dashboard 1</a:t>
            </a:r>
          </a:p>
        </p:txBody>
      </p:sp>
      <p:pic>
        <p:nvPicPr>
          <p:cNvPr id="7" name="Picture 6" descr="ref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4406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353872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Dashboard 2</a:t>
            </a:r>
          </a:p>
        </p:txBody>
      </p:sp>
      <p:pic>
        <p:nvPicPr>
          <p:cNvPr id="9" name="Picture 8" descr="ref_p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49039"/>
            <a:ext cx="54406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053327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Dashboard 3</a:t>
            </a:r>
          </a:p>
        </p:txBody>
      </p:sp>
      <p:pic>
        <p:nvPicPr>
          <p:cNvPr id="11" name="Picture 10" descr="ref_pa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44068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6053327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C2F9B"/>
                </a:solidFill>
              </a:defRPr>
            </a:pPr>
            <a:r>
              <a:t>Dashboard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1 — Patient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Focus: patient population, demographics, diagnosis, geography and insurance-related billing.</a:t>
            </a:r>
          </a:p>
        </p:txBody>
      </p:sp>
      <p:pic>
        <p:nvPicPr>
          <p:cNvPr id="5" name="Picture 4" descr="re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4523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3258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984 total patients and 984 total admissions are highlighted at the top.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Average length of stay is 7.95 days and total bill amount is shown as 21M.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Age-group and gender visuals summarize the patient population.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Diagnosis and city views add clinical and geographic context.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Filters include Department, Gender, Age Group and Diagnosis.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2 — Hospital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Focus: admissions, admission type, trends and length of stay by department.</a:t>
            </a:r>
          </a:p>
        </p:txBody>
      </p:sp>
      <p:pic>
        <p:nvPicPr>
          <p:cNvPr id="5" name="Picture 4" descr="re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4523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3258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Total admissions: 984.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Average length of stay: 7.95 days.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Emergency admissions: 323.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Admission type separates Scheduled, Emergency and Referral cases.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Admissions over time and average length of stay by department support operational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3 — Doctors &amp; Medical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Focus: medical workforce, diagnoses, laboratory testing and medication usage.</a:t>
            </a:r>
          </a:p>
        </p:txBody>
      </p:sp>
      <p:pic>
        <p:nvPicPr>
          <p:cNvPr id="5" name="Picture 4" descr="re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4523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3258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10 doctors and 13 diagnoses are shown as headline KPIs.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Laboratory test activity is summarized at about 5K.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Doctor-level patient counts compare workload across doctors.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Top diagnosis and lab-test-by-department visuals support clinical analysis.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Medication usage is also summarized for the patient population.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Dashboard 4 — Insurance &amp; Financial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Focus: billing, coverage and financial distribution across insurance types and departments.</a:t>
            </a:r>
          </a:p>
        </p:txBody>
      </p:sp>
      <p:pic>
        <p:nvPicPr>
          <p:cNvPr id="5" name="Picture 4" descr="re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4523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3258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Total billing amount: 21M.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Average billing amount: 21.42K.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749 patients are shown as insurance applicable and 235 as uninsured.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Insurance type distribution compares Corporate, Health Insurance, Government Scheme and Self Pay.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Billing is further broken down by insurance type, department and 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F9B"/>
                </a:solidFill>
                <a:latin typeface="Aptos Display"/>
              </a:defRPr>
            </a:pPr>
            <a:r>
              <a:t>Key Takeaways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1663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2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2F9B"/>
                </a:solidFill>
              </a:defRPr>
            </a:pPr>
            <a:r>
              <a:t>Patient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984 patients and 984 admissions provide the overall activity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1663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2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2F9B"/>
                </a:solidFill>
              </a:defRPr>
            </a:pPr>
            <a: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84248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323 emergency admissions and 7.95-day average stay highlight operational workload.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83280"/>
            <a:ext cx="51663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2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2F9B"/>
                </a:solidFill>
              </a:defRPr>
            </a:pPr>
            <a:r>
              <a:t>Medical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8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10 doctors, 13 diagnoses and ~5K lab tests provide a clinical activity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1663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2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611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C2F9B"/>
                </a:solidFill>
              </a:defRPr>
            </a:pPr>
            <a:r>
              <a:t>Financials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133088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21M total billing with coverage and uninsured views supports financial monitoring.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C2F9B"/>
                </a:solidFill>
              </a:defRPr>
            </a:pPr>
            <a:r>
              <a:t>The storyboard connects patient demographics → hospital operations → medical care → financial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65392"/>
            <a:ext cx="11155680" cy="18288"/>
          </a:xfrm>
          <a:prstGeom prst="rect">
            <a:avLst/>
          </a:prstGeom>
          <a:solidFill>
            <a:srgbClr val="A5C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Hospital Operations &amp; Patient Analytics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