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16975" y="310086"/>
            <a:ext cx="2011680" cy="71404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5577840" cy="71404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400" b="1">
                <a:solidFill>
                  <a:srgbClr val="0C274A"/>
                </a:solidFill>
                <a:latin typeface="Aptos"/>
              </a:rPr>
              <a:t>MedTrack_DV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04288"/>
            <a:ext cx="57150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100" b="1">
                <a:solidFill>
                  <a:srgbClr val="232F3E"/>
                </a:solidFill>
                <a:latin typeface="Aptos"/>
              </a:rPr>
              <a:t>Hospital Operations &amp;
Patient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01568"/>
            <a:ext cx="530352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5A6A7B"/>
                </a:solidFill>
                <a:latin typeface="Aptos"/>
              </a:rPr>
              <a:t>Turning patient-level records into a clear, interactive view of hospital activity and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" y="4636008"/>
            <a:ext cx="1729445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 dirty="0">
                <a:solidFill>
                  <a:srgbClr val="5A6A7B"/>
                </a:solidFill>
                <a:latin typeface="Aptos"/>
              </a:rPr>
              <a:t>Presented </a:t>
            </a:r>
            <a:r>
              <a:rPr lang="en-US" sz="1600" b="1" dirty="0">
                <a:solidFill>
                  <a:srgbClr val="5A6A7B"/>
                </a:solidFill>
                <a:latin typeface="Aptos"/>
              </a:rPr>
              <a:t> by  :</a:t>
            </a:r>
            <a:endParaRPr sz="1600" b="1" dirty="0">
              <a:solidFill>
                <a:srgbClr val="5A6A7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5960" y="4581144"/>
            <a:ext cx="20574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0C274A"/>
                </a:solidFill>
                <a:latin typeface="Aptos"/>
              </a:rPr>
              <a:t>Amrutha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90" y="5116223"/>
            <a:ext cx="1854625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 dirty="0">
                <a:solidFill>
                  <a:srgbClr val="5A6A7B"/>
                </a:solidFill>
                <a:latin typeface="Aptos"/>
              </a:rPr>
              <a:t>Project Mentor</a:t>
            </a:r>
            <a:r>
              <a:rPr lang="en-US" sz="1600" b="1" dirty="0">
                <a:solidFill>
                  <a:srgbClr val="5A6A7B"/>
                </a:solidFill>
                <a:latin typeface="Aptos"/>
              </a:rPr>
              <a:t> :   </a:t>
            </a:r>
            <a:endParaRPr sz="1600" b="1" dirty="0">
              <a:solidFill>
                <a:srgbClr val="5A6A7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4942" y="5102352"/>
            <a:ext cx="2585884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0C274A"/>
                </a:solidFill>
                <a:latin typeface="Aptos"/>
              </a:rPr>
              <a:t>Likitha</a:t>
            </a:r>
          </a:p>
        </p:txBody>
      </p:sp>
      <p:pic>
        <p:nvPicPr>
          <p:cNvPr id="16" name="Picture 15" descr="slide1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997" y="182880"/>
            <a:ext cx="5303520" cy="64648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720840" y="6016752"/>
            <a:ext cx="4864607" cy="649519"/>
          </a:xfrm>
          <a:prstGeom prst="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9168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PATIENTS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984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AVG 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7.9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7" y="6126480"/>
            <a:ext cx="1325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AVG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9567" y="6336792"/>
            <a:ext cx="1325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21,415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9346" y="484632"/>
            <a:ext cx="214884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009688"/>
                </a:solidFill>
                <a:latin typeface="Aptos"/>
              </a:rPr>
              <a:t>VIRTUAL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694944"/>
            <a:ext cx="1920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 dirty="0">
                <a:solidFill>
                  <a:srgbClr val="EF6C60"/>
                </a:solidFill>
                <a:latin typeface="Aptos"/>
              </a:rPr>
              <a:t>8 WEEKS</a:t>
            </a:r>
          </a:p>
        </p:txBody>
      </p:sp>
      <p:pic>
        <p:nvPicPr>
          <p:cNvPr id="28" name="Picture 27" descr="infosys_springboard_logo_pro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"/>
            <a:ext cx="2788497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" y="167335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23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0020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Project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2938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Abstract, introduction, problem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64807" y="167335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723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60020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Data &amp;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92938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Dataset, tools, cleaning &amp; methodology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299923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0495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92608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Analytics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EDA, KPIs and calculated age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4320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64807" y="2999232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30495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92608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Dashboard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25526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Four connected hospital analytics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069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6968" y="4325112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43754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5196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What we learned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58114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Findings, benefits, limitations &amp; scope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069080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64807" y="432511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4807" y="43754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4251960"/>
            <a:ext cx="3886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Closing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4581144"/>
            <a:ext cx="3886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Conclusion and discussion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897880"/>
            <a:ext cx="10652760" cy="457200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234440"/>
            <a:ext cx="107442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232F3E"/>
                </a:solidFill>
                <a:latin typeface="Aptos"/>
              </a:rPr>
              <a:t>MedTrack_DV turns 984 patient records into an interactive visual story for understanding hospital activity and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8600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49631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466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3230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2316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Review patient, admission, demographic, financial and operational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33756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54787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981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8386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7472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Clean, standardize and transform the data for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89120"/>
            <a:ext cx="1074420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59943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4972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35424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26280"/>
            <a:ext cx="81381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Build connected dashboard views for hospital, patient, department and resource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32704"/>
            <a:ext cx="1051560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The result is a single visual layer where users can explore KPIs, patient trends, department comparisons, billing, length of stay and geography.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1810512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1565C0"/>
                </a:solidFill>
                <a:latin typeface="Aptos"/>
              </a:rPr>
              <a:t>RAW
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Patient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1810512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72384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EF6C60"/>
                </a:solidFill>
                <a:latin typeface="Aptos"/>
              </a:rPr>
              <a:t>DATA
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Clean &amp; standardize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1325880"/>
            <a:ext cx="1810512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673AB7"/>
                </a:solidFill>
                <a:latin typeface="Aptos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Patterns &amp;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61504" y="1325880"/>
            <a:ext cx="1810512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07808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009688"/>
                </a:solidFill>
                <a:latin typeface="Aptos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Interactive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1627632"/>
            <a:ext cx="320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5A6A7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1325880"/>
            <a:ext cx="181051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29216" y="1325880"/>
            <a:ext cx="1810512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1527048"/>
            <a:ext cx="151790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F2A638"/>
                </a:solidFill>
                <a:latin typeface="Aptos"/>
              </a:rPr>
              <a:t>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901952"/>
            <a:ext cx="1517904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0">
                <a:solidFill>
                  <a:srgbClr val="5A6A7B"/>
                </a:solidFill>
                <a:latin typeface="Aptos"/>
              </a:rPr>
              <a:t>Faster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278892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13232" y="2788920"/>
            <a:ext cx="73152" cy="24231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2953512"/>
            <a:ext cx="487375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data-driven healthcare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355848"/>
            <a:ext cx="4873752" cy="1746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5A6A7B"/>
                </a:solidFill>
                <a:latin typeface="Aptos"/>
              </a:rPr>
              <a:t>Hospitals generate many patient and operational fields. A visual dashboard helps bring those fields together so trends are easier to compare and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78892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99632" y="2788920"/>
            <a:ext cx="73152" cy="242316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953512"/>
            <a:ext cx="487375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MedTrack_DV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55848"/>
            <a:ext cx="4873752" cy="17465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5A6A7B"/>
                </a:solidFill>
                <a:latin typeface="Aptos"/>
              </a:rPr>
              <a:t>The project converts raw records into a structured analytical view covering admissions, status, demographics, length of stay, billing and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009688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25296"/>
            <a:ext cx="10744200" cy="82296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417320"/>
            <a:ext cx="10287000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0C274A"/>
                </a:solidFill>
                <a:latin typeface="Aptos"/>
              </a:rPr>
              <a:t>How can hospital and patient data be transformed into an interactive analytical dashboard that enables faster understanding of healthcare operations and patient trends?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9572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2395728"/>
            <a:ext cx="73152" cy="118872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Large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Important information is spread across many patient and operational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39572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2395728"/>
            <a:ext cx="73152" cy="118872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Manual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Comparing trends and categories by hand is slow and repetitive.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3858768"/>
            <a:ext cx="73152" cy="118872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Hidden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2569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Raw tables do not make changes, gaps and distributions easy to spot.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858768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9632" y="3858768"/>
            <a:ext cx="73152" cy="118872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Need for clarity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25696"/>
            <a:ext cx="4828032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0">
                <a:solidFill>
                  <a:srgbClr val="5A6A7B"/>
                </a:solidFill>
                <a:latin typeface="Aptos"/>
              </a:rPr>
              <a:t>Decision-makers need concise KPIs and visuals in one place.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486400"/>
            <a:ext cx="10744200" cy="530352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FIVE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23444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" y="1408176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45846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34416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Aptos"/>
              </a:rPr>
              <a:t>Prepare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32588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Clean and organize the patient dataset for reliable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19456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7552" y="2368296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4185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30428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ptos"/>
              </a:rPr>
              <a:t>Explore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28600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Examine patient, admission, demographic and operational trends.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15468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3328416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37870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26440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F6C60"/>
                </a:solidFill>
                <a:latin typeface="Aptos"/>
              </a:rPr>
              <a:t>Create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4612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Turn key measures into easy-to-read summary cards.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11480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7552" y="428853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33882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2452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673AB7"/>
                </a:solidFill>
                <a:latin typeface="Aptos"/>
              </a:rPr>
              <a:t>Build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0624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Combine charts, maps and filters into interactive 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5074920"/>
            <a:ext cx="10469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87552" y="5248656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29894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184648"/>
            <a:ext cx="2240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2A638"/>
                </a:solidFill>
                <a:latin typeface="Aptos"/>
              </a:rPr>
              <a:t>Communicate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166360"/>
            <a:ext cx="71780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Make healthcare data easier to understand and discuss.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009688"/>
                </a:solidFill>
                <a:latin typeface="Aptos"/>
              </a:rPr>
              <a:t>984 PATIENT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50" b="1">
                <a:solidFill>
                  <a:srgbClr val="5A6A7B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07008"/>
            <a:ext cx="6492240" cy="676656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353312"/>
            <a:ext cx="61264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C274A"/>
                </a:solidFill>
                <a:latin typeface="Aptos"/>
              </a:rPr>
              <a:t>Hospital_Data / Hospital_Dataset_984_Patients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216152"/>
            <a:ext cx="1325880" cy="42062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900" b="1">
                <a:solidFill>
                  <a:srgbClr val="1565C0"/>
                </a:solidFill>
                <a:latin typeface="Aptos"/>
              </a:rPr>
              <a:t>984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1380744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50" b="1">
                <a:solidFill>
                  <a:srgbClr val="5A6A7B"/>
                </a:solidFill>
                <a:latin typeface="Aptos"/>
              </a:rPr>
              <a:t>patient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2240280"/>
            <a:ext cx="73152" cy="107899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IDs, age, gender and patient-level attributes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70832" y="2240280"/>
            <a:ext cx="73152" cy="107899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Admission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Admission date, discharge context and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24028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28431" y="2240280"/>
            <a:ext cx="73152" cy="107899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Clinical /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70632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Condition-related fields and patient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593592"/>
            <a:ext cx="73152" cy="107899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673AB7"/>
                </a:solidFill>
                <a:latin typeface="Aptos"/>
              </a:rPr>
              <a:t>Financial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Billing and payment-related information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370832" y="3593592"/>
            <a:ext cx="73152" cy="107899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2A638"/>
                </a:solidFill>
                <a:latin typeface="Aptos"/>
              </a:rPr>
              <a:t>Insurance /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Coverage and room usage dimensions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593592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28431" y="3593592"/>
            <a:ext cx="73152" cy="10789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3776472"/>
            <a:ext cx="28803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Aptos"/>
              </a:rPr>
              <a:t>Operations / Location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123944"/>
            <a:ext cx="288036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32F3E"/>
                </a:solidFill>
                <a:latin typeface="Aptos"/>
              </a:rPr>
              <a:t>Length of stay, satisfaction, city and state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321808"/>
            <a:ext cx="10753344" cy="566928"/>
          </a:xfrm>
          <a:prstGeom prst="roundRect">
            <a:avLst/>
          </a:prstGeom>
          <a:solidFill>
            <a:srgbClr val="0C274A"/>
          </a:solidFill>
          <a:ln w="12700">
            <a:solidFill>
              <a:srgbClr val="0C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477256"/>
            <a:ext cx="103327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ptos"/>
              </a:rPr>
              <a:t>Age groups used in the dashboard: 0–18  •  19–30  •  31–40  •  41–50  •  51–60  •  61+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PROJECT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98448"/>
            <a:ext cx="3429000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 preparation and transformation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1298448"/>
            <a:ext cx="3429000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Tabular data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29844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28431" y="1298448"/>
            <a:ext cx="3429000" cy="7315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49961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6537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Data storage /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3232" y="2715768"/>
            <a:ext cx="3429000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Tableau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Dashboard creation and visual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70832" y="2715768"/>
            <a:ext cx="3429000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Data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Charts, maps and interactive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2715768"/>
            <a:ext cx="34290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28431" y="2715768"/>
            <a:ext cx="3429000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2916936"/>
            <a:ext cx="30175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Dashboard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82696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Layout, filtering and storytelling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4754880"/>
            <a:ext cx="10744200" cy="694944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4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6112" y="149047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5407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8074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0992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Start with the supplied hospital patient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82512" y="149047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54076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380744"/>
            <a:ext cx="2139852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009688"/>
                </a:solidFill>
                <a:latin typeface="Aptos"/>
              </a:rPr>
              <a:t>Data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70992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232F3E"/>
                </a:solidFill>
                <a:latin typeface="Aptos"/>
              </a:rPr>
              <a:t>Review field meaning and identify analysis dimensions.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" y="272491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7752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1518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4436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Check consistency, data types and record quality.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82512" y="2724912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277520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15184"/>
            <a:ext cx="2194560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673AB7"/>
                </a:solidFill>
                <a:latin typeface="Aptos"/>
              </a:rPr>
              <a:t>Data Transformation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94436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Create usable categories and analytical fields.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959352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009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849624"/>
            <a:ext cx="2194560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F2A638"/>
                </a:solidFill>
                <a:latin typeface="Aptos"/>
              </a:rPr>
              <a:t>Exploratory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7880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Study distributions, trends and relationships.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82512" y="3959352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40096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4962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Aptos"/>
              </a:rPr>
              <a:t>KPI Creation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17880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Define the main hospital-level measures.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93776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2" y="519379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524408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39" y="5084064"/>
            <a:ext cx="2765083" cy="2985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1565C0"/>
                </a:solidFill>
                <a:latin typeface="Aptos"/>
              </a:rPr>
              <a:t>Dashboard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413248"/>
            <a:ext cx="4160520" cy="2754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232F3E"/>
                </a:solidFill>
                <a:latin typeface="Aptos"/>
              </a:rPr>
              <a:t>Assemble charts, maps, filters and KPI cards.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493776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82512" y="519379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524408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084064"/>
            <a:ext cx="1920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413248"/>
            <a:ext cx="4160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Use the visuals to communicate clear findings.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94360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tos"/>
              </a:rPr>
              <a:t>MAKING THE DATA DASHBOARD-READY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88136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Data Preprocessing &amp; Calculated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200" b="1">
                <a:solidFill>
                  <a:srgbClr val="5A6A7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1545336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Structure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Review columns and field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08376" y="1545336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0837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Identify and handle where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48656" y="1545336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65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Check for repeated patient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88936" y="154533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Keep categorical values consistent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1325880"/>
            <a:ext cx="1993392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29216" y="1545336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9216" y="1591056"/>
            <a:ext cx="384048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1463040"/>
            <a:ext cx="1234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0C274A"/>
                </a:solidFill>
                <a:latin typeface="Aptos"/>
              </a:rPr>
              <a:t>Metric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1938528"/>
            <a:ext cx="1627632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A6A7B"/>
                </a:solidFill>
                <a:latin typeface="Aptos"/>
              </a:rPr>
              <a:t>Prepare numerical and date fields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2724912"/>
            <a:ext cx="7315200" cy="212140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2907792"/>
            <a:ext cx="68122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1565C0"/>
                </a:solidFill>
                <a:latin typeface="Aptos"/>
              </a:rPr>
              <a:t>AGE GROUP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310128"/>
            <a:ext cx="6400800" cy="12984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232F3E"/>
                </a:solidFill>
                <a:latin typeface="Aptos"/>
              </a:rPr>
              <a:t>IF Age ≤ 18 → 0–18
ELSE IF Age ≤ 30 → 19–30
ELSE IF Age ≤ 40 → 31–40
ELSE IF Age ≤ 50 → 41–50
ELSE IF Age ≤ 60 → 51–60
ELSE → 61+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" y="5010912"/>
            <a:ext cx="1993392" cy="731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1565C0"/>
                </a:solidFill>
                <a:latin typeface="Aptos"/>
              </a:rPr>
              <a:t>Total Patients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COUNTD(Patient ID)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6207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862072" y="5010912"/>
            <a:ext cx="1993392" cy="731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7180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009688"/>
                </a:solidFill>
                <a:latin typeface="Aptos"/>
              </a:rPr>
              <a:t>Avg 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AVG(Age)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235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102352" y="5010912"/>
            <a:ext cx="1993392" cy="731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EF6C60"/>
                </a:solidFill>
                <a:latin typeface="Aptos"/>
              </a:rPr>
              <a:t>Avg LOS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AVG(Length of Stay Days)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4263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42632" y="5010912"/>
            <a:ext cx="1993392" cy="731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673AB7"/>
                </a:solidFill>
                <a:latin typeface="Aptos"/>
              </a:rPr>
              <a:t>Avg Bill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AVG(Total Bill Amount)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82912" y="5010912"/>
            <a:ext cx="199339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582912" y="5010912"/>
            <a:ext cx="1993392" cy="731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5193792"/>
            <a:ext cx="1773936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00" b="1">
                <a:solidFill>
                  <a:srgbClr val="F2A638"/>
                </a:solidFill>
                <a:latin typeface="Aptos"/>
              </a:rPr>
              <a:t>Avg Satisfaction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559552"/>
            <a:ext cx="1773936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>
                <a:solidFill>
                  <a:srgbClr val="232F3E"/>
                </a:solidFill>
                <a:latin typeface="Aptos"/>
              </a:rPr>
              <a:t>AVG(Satisfaction Rating)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6574536"/>
            <a:ext cx="17373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900" b="1">
                <a:solidFill>
                  <a:srgbClr val="5A6A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QUESTIONS ANSWERED BEFORE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8016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80160"/>
            <a:ext cx="73152" cy="100584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Who are the patients?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Age, gender and location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8016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1280160"/>
            <a:ext cx="73152" cy="100584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Why are they admitted?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Admission type and hospital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5146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2514600"/>
            <a:ext cx="73152" cy="10058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7919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What is the current status?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8152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Deceased, discharged, recovered, referred and under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5146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514600"/>
            <a:ext cx="73152" cy="100584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67919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How long do they stay?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8152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Length of stay by patients and departments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749039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749039"/>
            <a:ext cx="73152" cy="1005840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What does activity cost?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Billing and financial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749039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9632" y="3749039"/>
            <a:ext cx="73152" cy="10058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913631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Where are patients located?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15968"/>
            <a:ext cx="482803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City and state distribution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440680"/>
            <a:ext cx="10744200" cy="502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10332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50" b="1">
                <a:solidFill>
                  <a:srgbClr val="0C274A"/>
                </a:solidFill>
                <a:latin typeface="Aptos"/>
              </a:rPr>
              <a:t>EDA gave the structure for the four dashboard views that followed.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DASHBOARD SHOWCASE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Hospital Overview + Patient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slide12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60520"/>
          </a:xfrm>
          <a:prstGeom prst="rect">
            <a:avLst/>
          </a:prstGeom>
        </p:spPr>
      </p:pic>
      <p:pic>
        <p:nvPicPr>
          <p:cNvPr id="10" name="Picture 9" descr="slide12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34440"/>
            <a:ext cx="548640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68112"/>
            <a:ext cx="2286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1565C0"/>
                </a:solidFill>
                <a:latin typeface="Aptos"/>
              </a:rPr>
              <a:t>HOSPITAL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Overall KPIs, patient status, departments, gender, age and monthly admissions.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5468112"/>
            <a:ext cx="201168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EF6C60"/>
                </a:solidFill>
                <a:latin typeface="Aptos"/>
              </a:rPr>
              <a:t>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Admissions, patient age, status by gender, room type and department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DASHBOARD SHOWCASE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Department Analytics + Resource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slide13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60520"/>
          </a:xfrm>
          <a:prstGeom prst="rect">
            <a:avLst/>
          </a:prstGeom>
        </p:spPr>
      </p:pic>
      <p:pic>
        <p:nvPicPr>
          <p:cNvPr id="10" name="Picture 9" descr="slide13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34440"/>
            <a:ext cx="548640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68112"/>
            <a:ext cx="2743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673AB7"/>
                </a:solidFill>
                <a:latin typeface="Aptos"/>
              </a:rPr>
              <a:t>DEPARTMENT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Department-wise patient counts, gender, status, LOS and billing comparisons.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5468112"/>
            <a:ext cx="2743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RESOURCE UTILIZATION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742432"/>
            <a:ext cx="5257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Location, billing, length of stay, patient status and operational indicators.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HEADLINE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KPI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2011680" cy="9144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Total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984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Distinct patients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80" y="1325880"/>
            <a:ext cx="2011680" cy="914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7.9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Days stayed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1325880"/>
            <a:ext cx="2011680" cy="91440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0952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21,415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Average bill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61504" y="1325880"/>
            <a:ext cx="2011680" cy="9144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98664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Average 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9216" y="13258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29216" y="1325880"/>
            <a:ext cx="2011680" cy="91440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66376" y="1572768"/>
            <a:ext cx="173736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0D2A4E"/>
                </a:solidFill>
                <a:latin typeface="Aptos"/>
              </a:rPr>
              <a:t>Average Lab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029968"/>
            <a:ext cx="173736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0C274A"/>
                </a:solidFill>
                <a:latin typeface="Aptos"/>
              </a:rPr>
              <a:t>4,783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0384" y="2743200"/>
            <a:ext cx="168249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0">
                <a:solidFill>
                  <a:srgbClr val="586B80"/>
                </a:solidFill>
                <a:latin typeface="Aptos"/>
              </a:rPr>
              <a:t>Total lab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0C274A"/>
                </a:solidFill>
                <a:latin typeface="Aptos"/>
              </a:rPr>
              <a:t>Why KPIs matter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238244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160520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Give a quick hospital-wide summary before detailed charts.</a:t>
            </a:r>
          </a:p>
        </p:txBody>
      </p:sp>
      <p:sp>
        <p:nvSpPr>
          <p:cNvPr id="38" name="Oval 37"/>
          <p:cNvSpPr/>
          <p:nvPr/>
        </p:nvSpPr>
        <p:spPr>
          <a:xfrm>
            <a:off x="777240" y="475488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8051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727448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Allow viewers to compare key measures across views.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" y="532180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37210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5294376"/>
            <a:ext cx="96012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Keep the most important numbers visible during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DASHBOARDS MAKE EASY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234440"/>
            <a:ext cx="73152" cy="98755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39903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Patient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0758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Recovered is the largest patient-status group in the Hospital Overview.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3444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1234440"/>
            <a:ext cx="73152" cy="987552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Age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1540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The 61+ group is the largest age group in the Hospital Overview.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2468880"/>
            <a:ext cx="73152" cy="987552"/>
          </a:xfrm>
          <a:prstGeom prst="roundRect">
            <a:avLst/>
          </a:prstGeom>
          <a:solidFill>
            <a:srgbClr val="EF6C60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63347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Department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3421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Gynecology has the highest patient count in the Department Analytics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46888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468880"/>
            <a:ext cx="73152" cy="987552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63347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Gender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3580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5A6A7B"/>
                </a:solidFill>
                <a:latin typeface="Aptos"/>
              </a:rPr>
              <a:t>The Hospital Overview shows Female 504 and Male 459.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" y="3703320"/>
            <a:ext cx="73152" cy="987552"/>
          </a:xfrm>
          <a:prstGeom prst="roundRect">
            <a:avLst/>
          </a:prstGeom>
          <a:solidFill>
            <a:srgbClr val="F2A638"/>
          </a:solidFill>
          <a:ln w="12700"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86791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Geography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838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The dashboards provide city/state patient distribution through map visuals.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703320"/>
            <a:ext cx="5212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99632" y="3703320"/>
            <a:ext cx="73152" cy="98755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867912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C274A"/>
                </a:solidFill>
                <a:latin typeface="Aptos"/>
              </a:rPr>
              <a:t>Operational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68653"/>
            <a:ext cx="4828032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 dirty="0">
                <a:solidFill>
                  <a:srgbClr val="5A6A7B"/>
                </a:solidFill>
                <a:latin typeface="Aptos"/>
              </a:rPr>
              <a:t>Department and resource views connect patient activity with LOS, billing and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WHO BENEFITS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Benefits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61872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444751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95043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399031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565C0"/>
                </a:solidFill>
                <a:latin typeface="Aptos"/>
              </a:rPr>
              <a:t>Faster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89888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 single visual layer reduces time spent scanning raw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194560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42773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331720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009688"/>
                </a:solidFill>
                <a:latin typeface="Aptos"/>
              </a:rPr>
              <a:t>Interactive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22576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Filters and views let users examine specific dimensions.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27248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31012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6042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264408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F6C60"/>
                </a:solidFill>
                <a:latin typeface="Aptos"/>
              </a:rPr>
              <a:t>Operational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55264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Admissions, status, LOS and departments are easier to compare.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59935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4242816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93107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197096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673AB7"/>
                </a:solidFill>
                <a:latin typeface="Aptos"/>
              </a:rPr>
              <a:t>Financial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187951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Billing-related views add a business perspective to patient activity.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992624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5175504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25796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29784"/>
            <a:ext cx="2331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F2A638"/>
                </a:solidFill>
                <a:latin typeface="Aptos"/>
              </a:rPr>
              <a:t>Management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120640"/>
            <a:ext cx="70408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0">
                <a:solidFill>
                  <a:srgbClr val="232F3E"/>
                </a:solidFill>
                <a:latin typeface="Aptos"/>
              </a:rPr>
              <a:t>The dashboard provides a practical summary for hospital administrators.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6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KEEP THE SCOPE REALISTIC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2189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353312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analysis is limited to the fields available in the supplied hospital dataset.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91156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322576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workbook is an analytical dashboard, not a live hospital information system.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10128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60420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91840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Bed occupancy or department efficiency should not be claimed without the required capacity/resource fields.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79392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329683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61104"/>
            <a:ext cx="969264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Predictive analytics and real-time integration are outside the current dashboard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68112"/>
            <a:ext cx="10744200" cy="56692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229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WHERE MEDTRACK_DV CAN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554480"/>
            <a:ext cx="384048" cy="384048"/>
          </a:xfrm>
          <a:prstGeom prst="ellipse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Real-time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Connect live hospital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0" y="1554480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Predictive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Predict readmission &amp; stay.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3258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0" y="1554480"/>
            <a:ext cx="384048" cy="384048"/>
          </a:xfrm>
          <a:prstGeom prst="ellipse">
            <a:avLst/>
          </a:prstGeom>
          <a:solidFill>
            <a:srgbClr val="EF6C60"/>
          </a:solidFill>
          <a:ln>
            <a:solidFill>
              <a:srgbClr val="EF6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047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836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Advanced AI /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04288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Add intelligent health analytics.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3154680"/>
            <a:ext cx="384048" cy="384048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Create real-time alerts.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3154680"/>
            <a:ext cx="384048" cy="384048"/>
          </a:xfrm>
          <a:prstGeom prst="ellipse">
            <a:avLst/>
          </a:prstGeom>
          <a:solidFill>
            <a:srgbClr val="F2A638"/>
          </a:solidFill>
          <a:ln>
            <a:solidFill>
              <a:srgbClr val="F2A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Mobile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Use mobile-friendly dashboards.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2926080"/>
            <a:ext cx="34015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9600" y="3154680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3204972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83864"/>
            <a:ext cx="2971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>
                <a:solidFill>
                  <a:srgbClr val="0D2A4E"/>
                </a:solidFill>
                <a:latin typeface="Aptos"/>
              </a:rPr>
              <a:t>Automated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904487"/>
            <a:ext cx="2880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586B80"/>
                </a:solidFill>
                <a:latin typeface="Aptos"/>
              </a:rPr>
              <a:t>Generate recurring summaries.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FB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50292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009688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0352"/>
            <a:ext cx="10607040" cy="4937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0C274A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10528"/>
            <a:ext cx="1110996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74536"/>
            <a:ext cx="13716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50" b="1">
                <a:solidFill>
                  <a:srgbClr val="5A6A7B"/>
                </a:solidFill>
                <a:latin typeface="Aptos"/>
              </a:rPr>
              <a:t>MedTrack_DV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65392"/>
            <a:ext cx="36576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550" b="1">
                <a:solidFill>
                  <a:srgbClr val="5A6A7B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35331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2588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Hospital patient records can be converted into a connected analytical story instead of remaining raw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3055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009688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Data preparation and calculated age groups make the information easier to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07791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EF6C6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four dashboard views provide different perspectives: overall hospital, patient flow, departments and resource-related measures.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685031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673AB7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5760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The project demonstrates how data visualization can make healthcare data easier to understand.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1">
                <a:solidFill>
                  <a:srgbClr val="F2A638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34840"/>
            <a:ext cx="996696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232F3E"/>
                </a:solidFill>
                <a:latin typeface="Aptos"/>
              </a:rPr>
              <a:t>MedTrack_DV provides a foundation for future AI/ML-driven healthcare analytics.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0C274A"/>
                </a:solidFill>
                <a:latin typeface="Aptos"/>
              </a:rPr>
              <a:t>MedTrack_DV transforms hospital data into meaningful visual insights for smarter and more informed healthcare 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3152" y="73152"/>
            <a:ext cx="12045391" cy="6711696"/>
          </a:xfrm>
          <a:prstGeom prst="roundRect">
            <a:avLst/>
          </a:prstGeom>
          <a:noFill/>
          <a:ln w="17780"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40280" y="2057400"/>
            <a:ext cx="7818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0" y="2331720"/>
            <a:ext cx="822960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113F58"/>
                </a:solidFill>
                <a:latin typeface="Aptos Display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3977639"/>
            <a:ext cx="2743200" cy="64008"/>
          </a:xfrm>
          <a:prstGeom prst="rect">
            <a:avLst/>
          </a:prstGeom>
          <a:solidFill>
            <a:srgbClr val="20A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1502</Words>
  <Application>Microsoft Office PowerPoint</Application>
  <PresentationFormat>Widescreen</PresentationFormat>
  <Paragraphs>363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Yashvanth</cp:lastModifiedBy>
  <cp:revision>2</cp:revision>
  <dcterms:created xsi:type="dcterms:W3CDTF">2013-01-27T09:14:16Z</dcterms:created>
  <dcterms:modified xsi:type="dcterms:W3CDTF">2026-09-16T09:46:47Z</dcterms:modified>
  <cp:category/>
</cp:coreProperties>
</file>