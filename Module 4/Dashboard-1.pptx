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2681F-A4CB-906F-89DE-90F920989F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3EFF45-4522-3D6D-ECE9-9CEDCC577B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FE0C76-66E7-B56B-7190-2670475E3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CC9F3-2495-4B39-AA12-32549AAA519E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2C828-DF06-0D85-BFF6-F34013485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380C3-063F-165A-C6E2-3EFCCAC1E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C92F7-103C-420E-8FC2-215E5AF1A8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72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6B1C4-361B-D907-289E-79ACF8192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39D75-865E-21E2-A179-2F1A4D7B0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2814B-EDFC-7A1D-15BF-2B84D6A2B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CC9F3-2495-4B39-AA12-32549AAA519E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BA3F27-00AA-5A6F-E720-44E724689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22EF1-454F-EBFD-F52C-811623CB2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C92F7-103C-420E-8FC2-215E5AF1A8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6939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8810D-8177-74B2-9345-9A8EC753C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A1ACE8-9D86-B0A0-072E-44D32E22F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58C2E-BF99-96A8-2ABA-8A1979F54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CC9F3-2495-4B39-AA12-32549AAA519E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29561-5701-D7AB-C1AA-E9E371BB4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D3096-A2D4-A4A6-2163-5745D41D8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C92F7-103C-420E-8FC2-215E5AF1A8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1657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0B41-7D66-A993-ADAE-5DF1104BD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48600-20FE-4006-1239-E190A757B8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D051ED-3605-8D53-DC89-5A4DFC689D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0246CB-F4EB-E13C-F913-B527BF3CD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CC9F3-2495-4B39-AA12-32549AAA519E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B02C92-EC37-5B00-5C28-F7B4DDA48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B884CD-3EB9-A1BC-3841-DDA382020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C92F7-103C-420E-8FC2-215E5AF1A8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935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64900-22E0-50BE-219F-31B99324B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84272F-3BCD-B902-FB86-283C2AE336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31471A-A661-6018-4DF2-578CC20D1D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54A6FC-3F05-748B-38A1-D72E4EB6BC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116403-9AFB-0FC6-C729-4677C0DBC7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42BE70-A60B-ACFB-900E-2B13C9B21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CC9F3-2495-4B39-AA12-32549AAA519E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0786FB-C984-5B74-9670-83886771C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00C198-C80C-609D-35B5-C47C9F92A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C92F7-103C-420E-8FC2-215E5AF1A8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8587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F1B9F-2D51-5945-9D59-DCE511BAF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4E11B8-808A-96AF-48A0-A7CEF8940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CC9F3-2495-4B39-AA12-32549AAA519E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237C63-403A-195E-6F0C-0A2FA58B5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C32F3C-98DD-076A-F6D6-D3468D091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C92F7-103C-420E-8FC2-215E5AF1A8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025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355964-38AB-528F-666D-F6AB914F0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CC9F3-2495-4B39-AA12-32549AAA519E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445F4-0F50-0891-E8F2-1D8200052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C11EA2-B8CA-0918-4EF9-D52BC2B56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C92F7-103C-420E-8FC2-215E5AF1A8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4002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30C12-AEE1-8F2F-2358-537CD509B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FA525-86EE-3C15-F799-19BCF0EF7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6C2103-1038-F8F7-954E-4268093C1C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DFFC39-5A6B-B3C0-EA73-32E2DA3D9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CC9F3-2495-4B39-AA12-32549AAA519E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6E2EAF-A929-ED1D-1E0C-189228E0B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633DA7-2BD8-09CF-F5BB-63424CDD6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C92F7-103C-420E-8FC2-215E5AF1A8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294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E90DB-94DD-AB3A-29C1-CD86507C2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DC7973-8462-D87F-13B3-9ADC1ED6F3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91C469-A0FF-1945-9ED6-1E1FB57E8F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C01171-7729-3252-EB74-6FB56B644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CC9F3-2495-4B39-AA12-32549AAA519E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6F33A6-53FD-51A0-9130-7CCA488B8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E0D24D-8CD4-95CB-5F6F-FC7616D27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C92F7-103C-420E-8FC2-215E5AF1A8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459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5B46B-1140-FC41-D809-45643C92F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D06654-4FCE-D468-5BEB-9EA6163C20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CBBE9-FE36-9205-550C-4999BEB6A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CC9F3-2495-4B39-AA12-32549AAA519E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C48F9-0CF5-DB7C-E576-5F6DB7D6B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0BE90-9A6B-0784-849A-CA05114E2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C92F7-103C-420E-8FC2-215E5AF1A8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7794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2FC38A-2EAF-7944-C1C4-B182276F46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52D2E1-520B-9F42-84BB-5DA4A33568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9C7A1-6998-13B3-0BDB-95006363E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CC9F3-2495-4B39-AA12-32549AAA519E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8C72F-AD7B-2971-4904-0663CDAF6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AD08C-BE16-2EE9-A897-D628C9EC4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C92F7-103C-420E-8FC2-215E5AF1A8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2457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0CCD82-CA38-99B1-7AFC-611B65DD2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2EC4BA-7B9F-5D71-1311-084A14670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578AF-CD9E-466A-7A3B-3B1C211629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1CC9F3-2495-4B39-AA12-32549AAA519E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E7A14-DDFD-92CC-A609-E7C01F4E5A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83224-DB16-3CB7-6732-0F9DA338BE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FC92F7-103C-420E-8FC2-215E5AF1A8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138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3335A-A2DF-EE78-6444-8366A3DC88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BFF8B4-14F4-66D5-C5DF-5EDD5A3915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F5BE0A-7EA7-923A-9FE6-5E88F8587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058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E62D6D-B753-6D25-8D54-D8D1AC927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688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24EF8-C7A3-8E0F-55E6-0E28BE73A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0C1394-906C-C120-C2DF-E7BBD5030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305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9ACAC3-1134-1193-FA14-069A61611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233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Mythri L</dc:creator>
  <cp:lastModifiedBy>Mythri L</cp:lastModifiedBy>
  <cp:revision>4</cp:revision>
  <dcterms:created xsi:type="dcterms:W3CDTF">2026-08-21T04:43:15Z</dcterms:created>
  <dcterms:modified xsi:type="dcterms:W3CDTF">2026-08-21T14:40:07Z</dcterms:modified>
</cp:coreProperties>
</file>