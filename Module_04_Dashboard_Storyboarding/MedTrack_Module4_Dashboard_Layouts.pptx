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dhisha Sonar" userId="8f6f7956b2645eb5" providerId="LiveId" clId="{9E7696B1-B059-4804-AF6B-B59B88F12FB0}"/>
    <pc:docChg chg="modSld">
      <pc:chgData name="Vidhisha Sonar" userId="8f6f7956b2645eb5" providerId="LiveId" clId="{9E7696B1-B059-4804-AF6B-B59B88F12FB0}" dt="2026-08-25T12:58:22.667" v="0" actId="1076"/>
      <pc:docMkLst>
        <pc:docMk/>
      </pc:docMkLst>
      <pc:sldChg chg="modSp mod">
        <pc:chgData name="Vidhisha Sonar" userId="8f6f7956b2645eb5" providerId="LiveId" clId="{9E7696B1-B059-4804-AF6B-B59B88F12FB0}" dt="2026-08-25T12:58:22.667" v="0" actId="1076"/>
        <pc:sldMkLst>
          <pc:docMk/>
          <pc:sldMk cId="0" sldId="258"/>
        </pc:sldMkLst>
        <pc:spChg chg="mod">
          <ac:chgData name="Vidhisha Sonar" userId="8f6f7956b2645eb5" providerId="LiveId" clId="{9E7696B1-B059-4804-AF6B-B59B88F12FB0}" dt="2026-08-25T12:58:22.667" v="0" actId="1076"/>
          <ac:spMkLst>
            <pc:docMk/>
            <pc:sldMk cId="0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-75636"/>
            <a:ext cx="8229600" cy="1143000"/>
          </a:xfrm>
        </p:spPr>
        <p:txBody>
          <a:bodyPr/>
          <a:lstStyle/>
          <a:p>
            <a:r>
              <a:rPr lang="en-US" dirty="0"/>
              <a:t>Module4:Layout Designs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Complete Dashboard Storyboard &amp; Navigation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645920"/>
            <a:ext cx="82296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Global Filters / Navigation 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194560"/>
            <a:ext cx="82296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KPI Cards 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017520"/>
            <a:ext cx="4023360" cy="1280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Trend / Line Chart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3017520"/>
            <a:ext cx="4023360" cy="1280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Trend / Comparison Chart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480560"/>
            <a:ext cx="256032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Pie / Donut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4480560"/>
            <a:ext cx="274320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Bar Chart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4480560"/>
            <a:ext cx="274320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Map / Heatmap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42900"/>
            <a:ext cx="8229600" cy="1143000"/>
          </a:xfrm>
        </p:spPr>
        <p:txBody>
          <a:bodyPr/>
          <a:lstStyle/>
          <a:p>
            <a:r>
              <a:rPr dirty="0"/>
              <a:t>Hospital Overview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50946"/>
            <a:ext cx="86799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KPIs: Total Admissions, Occupancy Rate, Avg Length of Stay, Readmission Rate, Bed Utilization</a:t>
            </a:r>
          </a:p>
          <a:p>
            <a:r>
              <a:rPr dirty="0"/>
              <a:t>Visuals: Admissions Trend, Occupancy Trend, Readmission Trend, Admissions by Type, Department Admissions, Region Map, Monthly Ops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103120"/>
            <a:ext cx="82296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Global Filters / Navigation 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2728451"/>
            <a:ext cx="82296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KPI Cards 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551411"/>
            <a:ext cx="4023360" cy="1280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Trend / Line Chart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3551411"/>
            <a:ext cx="4023360" cy="1280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Trend / Comparison Chart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923011"/>
            <a:ext cx="256032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Pie / Donut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903466" y="4923011"/>
            <a:ext cx="274320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Bar Chart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4923011"/>
            <a:ext cx="274320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Map / Heatmap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-187059"/>
            <a:ext cx="8229600" cy="1143000"/>
          </a:xfrm>
        </p:spPr>
        <p:txBody>
          <a:bodyPr/>
          <a:lstStyle/>
          <a:p>
            <a:r>
              <a:rPr dirty="0"/>
              <a:t>Patient Flow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7094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Visuals: Admission Trends, Discharge Tracking, Patient Movement Flow, Avg Stay Analysis, Peak Load Monitoring, Hourly/Daily Patient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645920"/>
            <a:ext cx="82296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Global Filters / Navigation 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194560"/>
            <a:ext cx="82296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KPI Cards 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017520"/>
            <a:ext cx="4023360" cy="1280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Trend / Line Chart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3017520"/>
            <a:ext cx="4023360" cy="1280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Trend / Comparison Chart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480560"/>
            <a:ext cx="256032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Pie / Donut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4480560"/>
            <a:ext cx="274320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Bar Chart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4480560"/>
            <a:ext cx="274320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Map / Heatmap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-274320"/>
            <a:ext cx="8229600" cy="1143000"/>
          </a:xfrm>
        </p:spPr>
        <p:txBody>
          <a:bodyPr/>
          <a:lstStyle/>
          <a:p>
            <a:r>
              <a:rPr dirty="0"/>
              <a:t>Department Analytics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59" y="731520"/>
            <a:ext cx="86799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Visuals: Department Performance, Patient Volume by Department, Readmission by Department, Efficiency Comparison, Treatment Capacity, Department 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645920"/>
            <a:ext cx="82296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Global Filters / Navigation 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194560"/>
            <a:ext cx="82296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KPI Cards 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017520"/>
            <a:ext cx="4023360" cy="1280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Trend / Line Chart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3017520"/>
            <a:ext cx="4023360" cy="1280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Trend / Comparison Chart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480560"/>
            <a:ext cx="256032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Pie / Donut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4480560"/>
            <a:ext cx="274320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Bar Chart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4480560"/>
            <a:ext cx="274320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Map / Heatmap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-219679"/>
            <a:ext cx="8229600" cy="1143000"/>
          </a:xfrm>
        </p:spPr>
        <p:txBody>
          <a:bodyPr/>
          <a:lstStyle/>
          <a:p>
            <a:r>
              <a:t>Resource Utilization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59" y="731520"/>
            <a:ext cx="94075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Visuals: Bed Utilization, Staff Allocation, Equipment Utilization, Capacity Planning, Resource Availability Heatmap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645920"/>
            <a:ext cx="82296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Global Filters / Navigation 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194560"/>
            <a:ext cx="82296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KPI Cards 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017520"/>
            <a:ext cx="4023360" cy="1280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Trend / Line Chart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3017520"/>
            <a:ext cx="4023360" cy="1280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Trend / Comparison Chart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480560"/>
            <a:ext cx="256032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Pie / Donut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4480560"/>
            <a:ext cx="274320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Bar Chart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4480560"/>
            <a:ext cx="274320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Map / Heatmap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-124797"/>
            <a:ext cx="8229600" cy="1143000"/>
          </a:xfrm>
        </p:spPr>
        <p:txBody>
          <a:bodyPr/>
          <a:lstStyle/>
          <a:p>
            <a:r>
              <a:rPr dirty="0"/>
              <a:t>Dashboard Integration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Global Filters</a:t>
            </a:r>
          </a:p>
          <a:p>
            <a:r>
              <a:t>Navigation Controls</a:t>
            </a:r>
          </a:p>
          <a:p>
            <a:r>
              <a:t>Parameter Actions</a:t>
            </a:r>
          </a:p>
          <a:p>
            <a:r>
              <a:t>Dashboard Linking</a:t>
            </a:r>
          </a:p>
          <a:p>
            <a:r>
              <a:t>Cross-filter Actions</a:t>
            </a:r>
          </a:p>
          <a:p>
            <a:r>
              <a:t>Drill-down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645920"/>
            <a:ext cx="82296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Global Filters / Navigation 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194560"/>
            <a:ext cx="82296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KPI Cards 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017520"/>
            <a:ext cx="4023360" cy="1280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Trend / Line Chart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3017520"/>
            <a:ext cx="4023360" cy="1280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Trend / Comparison Chart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480560"/>
            <a:ext cx="256032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Pie / Donut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4480560"/>
            <a:ext cx="274320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Bar Chart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4480560"/>
            <a:ext cx="2743200" cy="1188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Map / Heatmap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287</Words>
  <Application>Microsoft Office PowerPoint</Application>
  <PresentationFormat>On-screen Show (4:3)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Module4:Layout Designs</vt:lpstr>
      <vt:lpstr>Hospital Overview Layout</vt:lpstr>
      <vt:lpstr>Patient Flow Layout</vt:lpstr>
      <vt:lpstr>Department Analytics Layout</vt:lpstr>
      <vt:lpstr>Resource Utilization Layout</vt:lpstr>
      <vt:lpstr>Dashboard Integration Architecture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Vidhisha Sonar</cp:lastModifiedBy>
  <cp:revision>2</cp:revision>
  <dcterms:created xsi:type="dcterms:W3CDTF">2013-01-27T09:14:16Z</dcterms:created>
  <dcterms:modified xsi:type="dcterms:W3CDTF">2026-08-25T12:58:33Z</dcterms:modified>
  <cp:category/>
</cp:coreProperties>
</file>